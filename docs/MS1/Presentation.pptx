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Open Sans" charset="1" panose="0000000000000000000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2199" y="4742450"/>
            <a:ext cx="1342206" cy="3852948"/>
          </a:xfrm>
          <a:custGeom>
            <a:avLst/>
            <a:gdLst/>
            <a:ahLst/>
            <a:cxnLst/>
            <a:rect r="r" b="b" t="t" l="l"/>
            <a:pathLst>
              <a:path h="3852948" w="1342206">
                <a:moveTo>
                  <a:pt x="0" y="0"/>
                </a:moveTo>
                <a:lnTo>
                  <a:pt x="1342206" y="0"/>
                </a:lnTo>
                <a:lnTo>
                  <a:pt x="1342206" y="3852948"/>
                </a:lnTo>
                <a:lnTo>
                  <a:pt x="0" y="3852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848110" y="8885682"/>
            <a:ext cx="910390" cy="1322918"/>
            <a:chOff x="0" y="0"/>
            <a:chExt cx="910387" cy="13229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0330" cy="1322445"/>
            </a:xfrm>
            <a:custGeom>
              <a:avLst/>
              <a:gdLst/>
              <a:ahLst/>
              <a:cxnLst/>
              <a:rect r="r" b="b" t="t" l="l"/>
              <a:pathLst>
                <a:path h="1322445" w="910330">
                  <a:moveTo>
                    <a:pt x="455165" y="0"/>
                  </a:moveTo>
                  <a:lnTo>
                    <a:pt x="0" y="466088"/>
                  </a:lnTo>
                  <a:lnTo>
                    <a:pt x="227583" y="466088"/>
                  </a:lnTo>
                  <a:lnTo>
                    <a:pt x="227583" y="856357"/>
                  </a:lnTo>
                  <a:lnTo>
                    <a:pt x="0" y="856357"/>
                  </a:lnTo>
                  <a:lnTo>
                    <a:pt x="455165" y="1322445"/>
                  </a:lnTo>
                  <a:lnTo>
                    <a:pt x="910330" y="856357"/>
                  </a:lnTo>
                  <a:lnTo>
                    <a:pt x="682748" y="856357"/>
                  </a:lnTo>
                  <a:lnTo>
                    <a:pt x="682748" y="466088"/>
                  </a:lnTo>
                  <a:lnTo>
                    <a:pt x="910330" y="466088"/>
                  </a:lnTo>
                  <a:lnTo>
                    <a:pt x="455165" y="0"/>
                  </a:lnTo>
                  <a:close/>
                </a:path>
              </a:pathLst>
            </a:custGeom>
            <a:solidFill>
              <a:srgbClr val="919191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0" y="1590599"/>
            <a:ext cx="14711582" cy="8696401"/>
          </a:xfrm>
          <a:custGeom>
            <a:avLst/>
            <a:gdLst/>
            <a:ahLst/>
            <a:cxnLst/>
            <a:rect r="r" b="b" t="t" l="l"/>
            <a:pathLst>
              <a:path h="8696401" w="14711582">
                <a:moveTo>
                  <a:pt x="0" y="0"/>
                </a:moveTo>
                <a:lnTo>
                  <a:pt x="14711582" y="0"/>
                </a:lnTo>
                <a:lnTo>
                  <a:pt x="14711582" y="8696401"/>
                </a:lnTo>
                <a:lnTo>
                  <a:pt x="0" y="86964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998930" y="4579120"/>
            <a:ext cx="3157178" cy="4968021"/>
            <a:chOff x="0" y="0"/>
            <a:chExt cx="5016721" cy="78941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3937" y="3048"/>
              <a:ext cx="5016721" cy="7885875"/>
            </a:xfrm>
            <a:custGeom>
              <a:avLst/>
              <a:gdLst/>
              <a:ahLst/>
              <a:cxnLst/>
              <a:rect r="r" b="b" t="t" l="l"/>
              <a:pathLst>
                <a:path h="7885875" w="5016721">
                  <a:moveTo>
                    <a:pt x="5016721" y="0"/>
                  </a:moveTo>
                  <a:lnTo>
                    <a:pt x="4643975" y="0"/>
                  </a:lnTo>
                  <a:lnTo>
                    <a:pt x="4643975" y="307467"/>
                  </a:lnTo>
                  <a:cubicBezTo>
                    <a:pt x="4505799" y="291719"/>
                    <a:pt x="4398230" y="174117"/>
                    <a:pt x="4398230" y="31750"/>
                  </a:cubicBezTo>
                  <a:lnTo>
                    <a:pt x="4398230" y="0"/>
                  </a:lnTo>
                  <a:lnTo>
                    <a:pt x="618617" y="0"/>
                  </a:lnTo>
                  <a:lnTo>
                    <a:pt x="618617" y="31750"/>
                  </a:lnTo>
                  <a:cubicBezTo>
                    <a:pt x="618617" y="174117"/>
                    <a:pt x="510921" y="291592"/>
                    <a:pt x="372872" y="307467"/>
                  </a:cubicBezTo>
                  <a:lnTo>
                    <a:pt x="372872" y="0"/>
                  </a:lnTo>
                  <a:lnTo>
                    <a:pt x="0" y="0"/>
                  </a:lnTo>
                  <a:lnTo>
                    <a:pt x="0" y="372872"/>
                  </a:lnTo>
                  <a:lnTo>
                    <a:pt x="307467" y="372872"/>
                  </a:lnTo>
                  <a:cubicBezTo>
                    <a:pt x="291719" y="511048"/>
                    <a:pt x="174117" y="618617"/>
                    <a:pt x="31750" y="618617"/>
                  </a:cubicBezTo>
                  <a:lnTo>
                    <a:pt x="0" y="618617"/>
                  </a:lnTo>
                  <a:lnTo>
                    <a:pt x="0" y="7267385"/>
                  </a:lnTo>
                  <a:lnTo>
                    <a:pt x="31750" y="7267385"/>
                  </a:lnTo>
                  <a:cubicBezTo>
                    <a:pt x="174117" y="7267385"/>
                    <a:pt x="291592" y="7375081"/>
                    <a:pt x="307467" y="7513130"/>
                  </a:cubicBezTo>
                  <a:lnTo>
                    <a:pt x="0" y="7513130"/>
                  </a:lnTo>
                  <a:lnTo>
                    <a:pt x="0" y="7885875"/>
                  </a:lnTo>
                  <a:lnTo>
                    <a:pt x="372745" y="7885875"/>
                  </a:lnTo>
                  <a:lnTo>
                    <a:pt x="372745" y="7578408"/>
                  </a:lnTo>
                  <a:cubicBezTo>
                    <a:pt x="510921" y="7594156"/>
                    <a:pt x="618490" y="7711758"/>
                    <a:pt x="618490" y="7854125"/>
                  </a:cubicBezTo>
                  <a:lnTo>
                    <a:pt x="618490" y="7885875"/>
                  </a:lnTo>
                  <a:lnTo>
                    <a:pt x="4397977" y="7885875"/>
                  </a:lnTo>
                  <a:lnTo>
                    <a:pt x="4397977" y="7854125"/>
                  </a:lnTo>
                  <a:cubicBezTo>
                    <a:pt x="4397977" y="7711758"/>
                    <a:pt x="4505672" y="7594283"/>
                    <a:pt x="4643721" y="7578408"/>
                  </a:cubicBezTo>
                  <a:lnTo>
                    <a:pt x="4643721" y="7885875"/>
                  </a:lnTo>
                  <a:lnTo>
                    <a:pt x="5016466" y="7885875"/>
                  </a:lnTo>
                  <a:lnTo>
                    <a:pt x="5016466" y="7513130"/>
                  </a:lnTo>
                  <a:lnTo>
                    <a:pt x="4708999" y="7513130"/>
                  </a:lnTo>
                  <a:cubicBezTo>
                    <a:pt x="4724747" y="7374954"/>
                    <a:pt x="4842349" y="7267385"/>
                    <a:pt x="4984716" y="7267385"/>
                  </a:cubicBezTo>
                  <a:lnTo>
                    <a:pt x="5016466" y="7267385"/>
                  </a:lnTo>
                  <a:lnTo>
                    <a:pt x="5016466" y="618617"/>
                  </a:lnTo>
                  <a:lnTo>
                    <a:pt x="4984716" y="618617"/>
                  </a:lnTo>
                  <a:cubicBezTo>
                    <a:pt x="4842477" y="618617"/>
                    <a:pt x="4724874" y="510921"/>
                    <a:pt x="4708999" y="372872"/>
                  </a:cubicBezTo>
                  <a:lnTo>
                    <a:pt x="5016466" y="372872"/>
                  </a:lnTo>
                  <a:lnTo>
                    <a:pt x="5016466" y="0"/>
                  </a:lnTo>
                  <a:close/>
                  <a:moveTo>
                    <a:pt x="63500" y="63500"/>
                  </a:moveTo>
                  <a:lnTo>
                    <a:pt x="309245" y="63500"/>
                  </a:lnTo>
                  <a:lnTo>
                    <a:pt x="309245" y="309372"/>
                  </a:lnTo>
                  <a:lnTo>
                    <a:pt x="63500" y="309372"/>
                  </a:lnTo>
                  <a:lnTo>
                    <a:pt x="63500" y="63500"/>
                  </a:lnTo>
                  <a:close/>
                  <a:moveTo>
                    <a:pt x="309372" y="7822502"/>
                  </a:moveTo>
                  <a:lnTo>
                    <a:pt x="63500" y="7822502"/>
                  </a:lnTo>
                  <a:lnTo>
                    <a:pt x="63500" y="7576757"/>
                  </a:lnTo>
                  <a:lnTo>
                    <a:pt x="309245" y="7576757"/>
                  </a:lnTo>
                  <a:lnTo>
                    <a:pt x="309245" y="7822502"/>
                  </a:lnTo>
                  <a:close/>
                  <a:moveTo>
                    <a:pt x="4953221" y="7822502"/>
                  </a:moveTo>
                  <a:lnTo>
                    <a:pt x="4707475" y="7822502"/>
                  </a:lnTo>
                  <a:lnTo>
                    <a:pt x="4707475" y="7576757"/>
                  </a:lnTo>
                  <a:lnTo>
                    <a:pt x="4953221" y="7576757"/>
                  </a:lnTo>
                  <a:lnTo>
                    <a:pt x="4953221" y="7822502"/>
                  </a:lnTo>
                  <a:close/>
                  <a:moveTo>
                    <a:pt x="4953221" y="680720"/>
                  </a:moveTo>
                  <a:lnTo>
                    <a:pt x="4953221" y="7205282"/>
                  </a:lnTo>
                  <a:cubicBezTo>
                    <a:pt x="4790406" y="7220395"/>
                    <a:pt x="4660486" y="7350316"/>
                    <a:pt x="4645499" y="7513130"/>
                  </a:cubicBezTo>
                  <a:lnTo>
                    <a:pt x="4643975" y="7513130"/>
                  </a:lnTo>
                  <a:lnTo>
                    <a:pt x="4643975" y="7514654"/>
                  </a:lnTo>
                  <a:cubicBezTo>
                    <a:pt x="4481161" y="7529767"/>
                    <a:pt x="4351241" y="7659688"/>
                    <a:pt x="4336128" y="7822375"/>
                  </a:cubicBezTo>
                  <a:lnTo>
                    <a:pt x="680720" y="7822375"/>
                  </a:lnTo>
                  <a:cubicBezTo>
                    <a:pt x="665607" y="7659561"/>
                    <a:pt x="535686" y="7529767"/>
                    <a:pt x="372872" y="7514654"/>
                  </a:cubicBezTo>
                  <a:lnTo>
                    <a:pt x="372872" y="7513130"/>
                  </a:lnTo>
                  <a:lnTo>
                    <a:pt x="371348" y="7513130"/>
                  </a:lnTo>
                  <a:cubicBezTo>
                    <a:pt x="356235" y="7350443"/>
                    <a:pt x="226314" y="7220395"/>
                    <a:pt x="63500" y="7205282"/>
                  </a:cubicBezTo>
                  <a:lnTo>
                    <a:pt x="63500" y="680720"/>
                  </a:lnTo>
                  <a:cubicBezTo>
                    <a:pt x="226314" y="665607"/>
                    <a:pt x="356108" y="535686"/>
                    <a:pt x="371221" y="372872"/>
                  </a:cubicBezTo>
                  <a:lnTo>
                    <a:pt x="372745" y="372872"/>
                  </a:lnTo>
                  <a:lnTo>
                    <a:pt x="372745" y="371348"/>
                  </a:lnTo>
                  <a:cubicBezTo>
                    <a:pt x="535559" y="356235"/>
                    <a:pt x="665607" y="226314"/>
                    <a:pt x="680720" y="63500"/>
                  </a:cubicBezTo>
                  <a:lnTo>
                    <a:pt x="4336128" y="63500"/>
                  </a:lnTo>
                  <a:cubicBezTo>
                    <a:pt x="4351241" y="226314"/>
                    <a:pt x="4481162" y="356235"/>
                    <a:pt x="4643975" y="371221"/>
                  </a:cubicBezTo>
                  <a:lnTo>
                    <a:pt x="4643975" y="372745"/>
                  </a:lnTo>
                  <a:lnTo>
                    <a:pt x="4645499" y="372745"/>
                  </a:lnTo>
                  <a:cubicBezTo>
                    <a:pt x="4660612" y="535559"/>
                    <a:pt x="4790534" y="665607"/>
                    <a:pt x="4953221" y="680720"/>
                  </a:cubicBezTo>
                  <a:close/>
                  <a:moveTo>
                    <a:pt x="4953221" y="309372"/>
                  </a:moveTo>
                  <a:lnTo>
                    <a:pt x="4707475" y="309372"/>
                  </a:lnTo>
                  <a:lnTo>
                    <a:pt x="4707475" y="63500"/>
                  </a:lnTo>
                  <a:lnTo>
                    <a:pt x="4953221" y="63500"/>
                  </a:lnTo>
                  <a:lnTo>
                    <a:pt x="4953221" y="309372"/>
                  </a:lnTo>
                  <a:close/>
                </a:path>
              </a:pathLst>
            </a:custGeom>
            <a:solidFill>
              <a:srgbClr val="FFBD59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903110" y="725882"/>
            <a:ext cx="3157178" cy="2661504"/>
            <a:chOff x="0" y="0"/>
            <a:chExt cx="5016721" cy="4229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-3937" y="3048"/>
              <a:ext cx="5016721" cy="4220845"/>
            </a:xfrm>
            <a:custGeom>
              <a:avLst/>
              <a:gdLst/>
              <a:ahLst/>
              <a:cxnLst/>
              <a:rect r="r" b="b" t="t" l="l"/>
              <a:pathLst>
                <a:path h="4220845" w="5016721">
                  <a:moveTo>
                    <a:pt x="5016721" y="0"/>
                  </a:moveTo>
                  <a:lnTo>
                    <a:pt x="4643975" y="0"/>
                  </a:lnTo>
                  <a:lnTo>
                    <a:pt x="4643975" y="307467"/>
                  </a:lnTo>
                  <a:cubicBezTo>
                    <a:pt x="4505799" y="291719"/>
                    <a:pt x="4398230" y="174117"/>
                    <a:pt x="4398230" y="31750"/>
                  </a:cubicBezTo>
                  <a:lnTo>
                    <a:pt x="4398230" y="0"/>
                  </a:lnTo>
                  <a:lnTo>
                    <a:pt x="618617" y="0"/>
                  </a:lnTo>
                  <a:lnTo>
                    <a:pt x="618617" y="31750"/>
                  </a:lnTo>
                  <a:cubicBezTo>
                    <a:pt x="618617" y="174117"/>
                    <a:pt x="510921" y="291592"/>
                    <a:pt x="372872" y="307467"/>
                  </a:cubicBezTo>
                  <a:lnTo>
                    <a:pt x="372872" y="0"/>
                  </a:lnTo>
                  <a:lnTo>
                    <a:pt x="0" y="0"/>
                  </a:lnTo>
                  <a:lnTo>
                    <a:pt x="0" y="372872"/>
                  </a:lnTo>
                  <a:lnTo>
                    <a:pt x="307467" y="372872"/>
                  </a:lnTo>
                  <a:cubicBezTo>
                    <a:pt x="291719" y="511048"/>
                    <a:pt x="174117" y="618617"/>
                    <a:pt x="31750" y="618617"/>
                  </a:cubicBezTo>
                  <a:lnTo>
                    <a:pt x="0" y="618617"/>
                  </a:lnTo>
                  <a:lnTo>
                    <a:pt x="0" y="3602355"/>
                  </a:lnTo>
                  <a:lnTo>
                    <a:pt x="31750" y="3602355"/>
                  </a:lnTo>
                  <a:cubicBezTo>
                    <a:pt x="174117" y="3602355"/>
                    <a:pt x="291592" y="3710051"/>
                    <a:pt x="307467" y="3848100"/>
                  </a:cubicBezTo>
                  <a:lnTo>
                    <a:pt x="0" y="3848100"/>
                  </a:lnTo>
                  <a:lnTo>
                    <a:pt x="0" y="4220845"/>
                  </a:lnTo>
                  <a:lnTo>
                    <a:pt x="372745" y="4220845"/>
                  </a:lnTo>
                  <a:lnTo>
                    <a:pt x="372745" y="3913378"/>
                  </a:lnTo>
                  <a:cubicBezTo>
                    <a:pt x="510921" y="3929126"/>
                    <a:pt x="618490" y="4046728"/>
                    <a:pt x="618490" y="4189095"/>
                  </a:cubicBezTo>
                  <a:lnTo>
                    <a:pt x="618490" y="4220845"/>
                  </a:lnTo>
                  <a:lnTo>
                    <a:pt x="4397977" y="4220845"/>
                  </a:lnTo>
                  <a:lnTo>
                    <a:pt x="4397977" y="4189095"/>
                  </a:lnTo>
                  <a:cubicBezTo>
                    <a:pt x="4397977" y="4046728"/>
                    <a:pt x="4505672" y="3929253"/>
                    <a:pt x="4643721" y="3913378"/>
                  </a:cubicBezTo>
                  <a:lnTo>
                    <a:pt x="4643721" y="4220845"/>
                  </a:lnTo>
                  <a:lnTo>
                    <a:pt x="5016466" y="4220845"/>
                  </a:lnTo>
                  <a:lnTo>
                    <a:pt x="5016466" y="3848100"/>
                  </a:lnTo>
                  <a:lnTo>
                    <a:pt x="4708999" y="3848100"/>
                  </a:lnTo>
                  <a:cubicBezTo>
                    <a:pt x="4724747" y="3709924"/>
                    <a:pt x="4842349" y="3602355"/>
                    <a:pt x="4984716" y="3602355"/>
                  </a:cubicBezTo>
                  <a:lnTo>
                    <a:pt x="5016466" y="3602355"/>
                  </a:lnTo>
                  <a:lnTo>
                    <a:pt x="5016466" y="618617"/>
                  </a:lnTo>
                  <a:lnTo>
                    <a:pt x="4984716" y="618617"/>
                  </a:lnTo>
                  <a:cubicBezTo>
                    <a:pt x="4842477" y="618617"/>
                    <a:pt x="4724874" y="510921"/>
                    <a:pt x="4708999" y="372872"/>
                  </a:cubicBezTo>
                  <a:lnTo>
                    <a:pt x="5016466" y="372872"/>
                  </a:lnTo>
                  <a:lnTo>
                    <a:pt x="5016466" y="0"/>
                  </a:lnTo>
                  <a:close/>
                  <a:moveTo>
                    <a:pt x="63500" y="63500"/>
                  </a:moveTo>
                  <a:lnTo>
                    <a:pt x="309245" y="63500"/>
                  </a:lnTo>
                  <a:lnTo>
                    <a:pt x="309245" y="309372"/>
                  </a:lnTo>
                  <a:lnTo>
                    <a:pt x="63500" y="309372"/>
                  </a:lnTo>
                  <a:lnTo>
                    <a:pt x="63500" y="63500"/>
                  </a:lnTo>
                  <a:close/>
                  <a:moveTo>
                    <a:pt x="309372" y="4157472"/>
                  </a:moveTo>
                  <a:lnTo>
                    <a:pt x="63500" y="4157472"/>
                  </a:lnTo>
                  <a:lnTo>
                    <a:pt x="63500" y="3911727"/>
                  </a:lnTo>
                  <a:lnTo>
                    <a:pt x="309245" y="3911727"/>
                  </a:lnTo>
                  <a:lnTo>
                    <a:pt x="309245" y="4157472"/>
                  </a:lnTo>
                  <a:close/>
                  <a:moveTo>
                    <a:pt x="4953221" y="4157472"/>
                  </a:moveTo>
                  <a:lnTo>
                    <a:pt x="4707475" y="4157472"/>
                  </a:lnTo>
                  <a:lnTo>
                    <a:pt x="4707475" y="3911727"/>
                  </a:lnTo>
                  <a:lnTo>
                    <a:pt x="4953221" y="3911727"/>
                  </a:lnTo>
                  <a:lnTo>
                    <a:pt x="4953221" y="4157472"/>
                  </a:lnTo>
                  <a:close/>
                  <a:moveTo>
                    <a:pt x="4953221" y="680720"/>
                  </a:moveTo>
                  <a:lnTo>
                    <a:pt x="4953221" y="3540252"/>
                  </a:lnTo>
                  <a:cubicBezTo>
                    <a:pt x="4790406" y="3555365"/>
                    <a:pt x="4660486" y="3685286"/>
                    <a:pt x="4645499" y="3848100"/>
                  </a:cubicBezTo>
                  <a:lnTo>
                    <a:pt x="4643975" y="3848100"/>
                  </a:lnTo>
                  <a:lnTo>
                    <a:pt x="4643975" y="3849624"/>
                  </a:lnTo>
                  <a:cubicBezTo>
                    <a:pt x="4481161" y="3864737"/>
                    <a:pt x="4351241" y="3994658"/>
                    <a:pt x="4336128" y="4157345"/>
                  </a:cubicBezTo>
                  <a:lnTo>
                    <a:pt x="680720" y="4157345"/>
                  </a:lnTo>
                  <a:cubicBezTo>
                    <a:pt x="665607" y="3994531"/>
                    <a:pt x="535686" y="3864737"/>
                    <a:pt x="372872" y="3849624"/>
                  </a:cubicBezTo>
                  <a:lnTo>
                    <a:pt x="372872" y="3848100"/>
                  </a:lnTo>
                  <a:lnTo>
                    <a:pt x="371348" y="3848100"/>
                  </a:lnTo>
                  <a:cubicBezTo>
                    <a:pt x="356235" y="3685413"/>
                    <a:pt x="226314" y="3555365"/>
                    <a:pt x="63500" y="3540252"/>
                  </a:cubicBezTo>
                  <a:lnTo>
                    <a:pt x="63500" y="680720"/>
                  </a:lnTo>
                  <a:cubicBezTo>
                    <a:pt x="226314" y="665607"/>
                    <a:pt x="356108" y="535686"/>
                    <a:pt x="371221" y="372872"/>
                  </a:cubicBezTo>
                  <a:lnTo>
                    <a:pt x="372745" y="372872"/>
                  </a:lnTo>
                  <a:lnTo>
                    <a:pt x="372745" y="371348"/>
                  </a:lnTo>
                  <a:cubicBezTo>
                    <a:pt x="535559" y="356235"/>
                    <a:pt x="665607" y="226314"/>
                    <a:pt x="680720" y="63500"/>
                  </a:cubicBezTo>
                  <a:lnTo>
                    <a:pt x="4336128" y="63500"/>
                  </a:lnTo>
                  <a:cubicBezTo>
                    <a:pt x="4351241" y="226314"/>
                    <a:pt x="4481162" y="356235"/>
                    <a:pt x="4643975" y="371221"/>
                  </a:cubicBezTo>
                  <a:lnTo>
                    <a:pt x="4643975" y="372745"/>
                  </a:lnTo>
                  <a:lnTo>
                    <a:pt x="4645499" y="372745"/>
                  </a:lnTo>
                  <a:cubicBezTo>
                    <a:pt x="4660612" y="535559"/>
                    <a:pt x="4790534" y="665607"/>
                    <a:pt x="4953221" y="680720"/>
                  </a:cubicBezTo>
                  <a:close/>
                  <a:moveTo>
                    <a:pt x="4953221" y="309372"/>
                  </a:moveTo>
                  <a:lnTo>
                    <a:pt x="4707475" y="309372"/>
                  </a:lnTo>
                  <a:lnTo>
                    <a:pt x="4707475" y="63500"/>
                  </a:lnTo>
                  <a:lnTo>
                    <a:pt x="4953221" y="63500"/>
                  </a:lnTo>
                  <a:lnTo>
                    <a:pt x="4953221" y="309372"/>
                  </a:lnTo>
                  <a:close/>
                </a:path>
              </a:pathLst>
            </a:custGeom>
            <a:solidFill>
              <a:srgbClr val="FFBD5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469293" y="2056633"/>
            <a:ext cx="578413" cy="57841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10601" y="491738"/>
            <a:ext cx="3548405" cy="67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YOUR SHOTS: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319990" y="403003"/>
            <a:ext cx="3637750" cy="690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8"/>
              </a:lnSpc>
            </a:pPr>
            <a:r>
              <a:rPr lang="en-US" sz="3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TIME LEFT: 2:43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969015" y="3899414"/>
            <a:ext cx="1290285" cy="690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8"/>
              </a:lnSpc>
            </a:pPr>
            <a:r>
              <a:rPr lang="en-US" sz="3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CHAT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611560" y="-99793"/>
            <a:ext cx="3544548" cy="690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8"/>
              </a:lnSpc>
            </a:pPr>
            <a:r>
              <a:rPr lang="en-US" sz="3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LEADERBOARD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28976" y="8996391"/>
            <a:ext cx="852636" cy="448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SEND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094085" y="9741932"/>
            <a:ext cx="787527" cy="466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DAHC4XJGQWU</dc:identifier>
  <dcterms:modified xsi:type="dcterms:W3CDTF">2011-08-01T06:04:30Z</dcterms:modified>
  <cp:revision>1</cp:revision>
  <dc:title>YOUR SHOTS 1.pdf</dc:title>
</cp:coreProperties>
</file>